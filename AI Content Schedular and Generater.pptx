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1119" r:id="rId2"/>
    <p:sldId id="1580" r:id="rId3"/>
    <p:sldId id="1579" r:id="rId4"/>
    <p:sldId id="1578" r:id="rId5"/>
    <p:sldId id="1581" r:id="rId6"/>
    <p:sldId id="1597" r:id="rId7"/>
    <p:sldId id="1583" r:id="rId8"/>
    <p:sldId id="1598" r:id="rId9"/>
    <p:sldId id="1601" r:id="rId10"/>
    <p:sldId id="1599" r:id="rId11"/>
    <p:sldId id="1600" r:id="rId12"/>
    <p:sldId id="1602" r:id="rId13"/>
    <p:sldId id="1603" r:id="rId14"/>
    <p:sldId id="1604" r:id="rId15"/>
    <p:sldId id="1605" r:id="rId16"/>
    <p:sldId id="1584" r:id="rId17"/>
    <p:sldId id="30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003366"/>
    <a:srgbClr val="F2F2F2"/>
    <a:srgbClr val="FFFF66"/>
    <a:srgbClr val="FFC000"/>
    <a:srgbClr val="99FF99"/>
    <a:srgbClr val="70AD47"/>
    <a:srgbClr val="348E90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433D7-BB88-4997-9BC1-A847F9E1B9B3}" v="110" dt="2026-06-13T12:51:56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5226" autoAdjust="0"/>
  </p:normalViewPr>
  <p:slideViewPr>
    <p:cSldViewPr snapToGrid="0">
      <p:cViewPr varScale="1">
        <p:scale>
          <a:sx n="78" d="100"/>
          <a:sy n="78" d="100"/>
        </p:scale>
        <p:origin x="6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54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wathe bhuvaneshe" userId="696d6cb946e9b71f" providerId="LiveId" clId="{D59DE949-8870-4D77-8AF8-93032DD40AB1}"/>
    <pc:docChg chg="undo redo custSel addSld delSld modSld sldOrd">
      <pc:chgData name="shaswathe bhuvaneshe" userId="696d6cb946e9b71f" providerId="LiveId" clId="{D59DE949-8870-4D77-8AF8-93032DD40AB1}" dt="2026-06-13T12:55:06.496" v="1876" actId="20577"/>
      <pc:docMkLst>
        <pc:docMk/>
      </pc:docMkLst>
      <pc:sldChg chg="modSp mod">
        <pc:chgData name="shaswathe bhuvaneshe" userId="696d6cb946e9b71f" providerId="LiveId" clId="{D59DE949-8870-4D77-8AF8-93032DD40AB1}" dt="2026-06-12T18:26:40.498" v="1800" actId="20577"/>
        <pc:sldMkLst>
          <pc:docMk/>
          <pc:sldMk cId="3071345316" sldId="1119"/>
        </pc:sldMkLst>
        <pc:spChg chg="mod">
          <ac:chgData name="shaswathe bhuvaneshe" userId="696d6cb946e9b71f" providerId="LiveId" clId="{D59DE949-8870-4D77-8AF8-93032DD40AB1}" dt="2026-06-12T18:26:40.498" v="1800" actId="20577"/>
          <ac:spMkLst>
            <pc:docMk/>
            <pc:sldMk cId="3071345316" sldId="1119"/>
            <ac:spMk id="2" creationId="{566CF642-B155-3EAA-0E23-97793C0E3936}"/>
          </ac:spMkLst>
        </pc:spChg>
      </pc:sldChg>
      <pc:sldChg chg="addSp delSp modSp mod">
        <pc:chgData name="shaswathe bhuvaneshe" userId="696d6cb946e9b71f" providerId="LiveId" clId="{D59DE949-8870-4D77-8AF8-93032DD40AB1}" dt="2026-06-09T16:50:00.355" v="1777" actId="1076"/>
        <pc:sldMkLst>
          <pc:docMk/>
          <pc:sldMk cId="3355527724" sldId="1578"/>
        </pc:sldMkLst>
        <pc:spChg chg="mod">
          <ac:chgData name="shaswathe bhuvaneshe" userId="696d6cb946e9b71f" providerId="LiveId" clId="{D59DE949-8870-4D77-8AF8-93032DD40AB1}" dt="2026-06-09T16:39:04.326" v="1681" actId="20577"/>
          <ac:spMkLst>
            <pc:docMk/>
            <pc:sldMk cId="3355527724" sldId="1578"/>
            <ac:spMk id="2" creationId="{2D00062E-CE67-E7D1-3C82-2BF10FB1DC4D}"/>
          </ac:spMkLst>
        </pc:spChg>
        <pc:spChg chg="add mod">
          <ac:chgData name="shaswathe bhuvaneshe" userId="696d6cb946e9b71f" providerId="LiveId" clId="{D59DE949-8870-4D77-8AF8-93032DD40AB1}" dt="2026-06-09T16:50:00.355" v="1777" actId="1076"/>
          <ac:spMkLst>
            <pc:docMk/>
            <pc:sldMk cId="3355527724" sldId="1578"/>
            <ac:spMk id="6" creationId="{8DCCDB14-DA01-0292-FAF4-14C5641B6D9D}"/>
          </ac:spMkLst>
        </pc:spChg>
        <pc:spChg chg="add mod">
          <ac:chgData name="shaswathe bhuvaneshe" userId="696d6cb946e9b71f" providerId="LiveId" clId="{D59DE949-8870-4D77-8AF8-93032DD40AB1}" dt="2026-06-09T15:01:26.243" v="123" actId="20577"/>
          <ac:spMkLst>
            <pc:docMk/>
            <pc:sldMk cId="3355527724" sldId="1578"/>
            <ac:spMk id="16" creationId="{D0776E53-F7A3-19C7-4BF5-AE5DC9931A21}"/>
          </ac:spMkLst>
        </pc:spChg>
        <pc:picChg chg="add mod">
          <ac:chgData name="shaswathe bhuvaneshe" userId="696d6cb946e9b71f" providerId="LiveId" clId="{D59DE949-8870-4D77-8AF8-93032DD40AB1}" dt="2026-06-09T14:54:43.084" v="74" actId="14100"/>
          <ac:picMkLst>
            <pc:docMk/>
            <pc:sldMk cId="3355527724" sldId="1578"/>
            <ac:picMk id="9" creationId="{41808058-FC4F-1F22-53C8-5C56FD69B23A}"/>
          </ac:picMkLst>
        </pc:picChg>
        <pc:picChg chg="add mod">
          <ac:chgData name="shaswathe bhuvaneshe" userId="696d6cb946e9b71f" providerId="LiveId" clId="{D59DE949-8870-4D77-8AF8-93032DD40AB1}" dt="2026-06-09T14:56:05.615" v="83" actId="14100"/>
          <ac:picMkLst>
            <pc:docMk/>
            <pc:sldMk cId="3355527724" sldId="1578"/>
            <ac:picMk id="10" creationId="{8B28BCEF-E7F8-DC35-A7A0-A1C5A4A31DA0}"/>
          </ac:picMkLst>
        </pc:picChg>
        <pc:picChg chg="add mod">
          <ac:chgData name="shaswathe bhuvaneshe" userId="696d6cb946e9b71f" providerId="LiveId" clId="{D59DE949-8870-4D77-8AF8-93032DD40AB1}" dt="2026-06-09T14:56:48.870" v="90" actId="14100"/>
          <ac:picMkLst>
            <pc:docMk/>
            <pc:sldMk cId="3355527724" sldId="1578"/>
            <ac:picMk id="11" creationId="{B38865C9-1480-AA6F-B5E9-F799B1533017}"/>
          </ac:picMkLst>
        </pc:picChg>
        <pc:picChg chg="add mod">
          <ac:chgData name="shaswathe bhuvaneshe" userId="696d6cb946e9b71f" providerId="LiveId" clId="{D59DE949-8870-4D77-8AF8-93032DD40AB1}" dt="2026-06-09T14:57:48.658" v="96" actId="14100"/>
          <ac:picMkLst>
            <pc:docMk/>
            <pc:sldMk cId="3355527724" sldId="1578"/>
            <ac:picMk id="12" creationId="{00E88421-5BB1-7B86-0A3A-F54B0528C81F}"/>
          </ac:picMkLst>
        </pc:picChg>
        <pc:picChg chg="add mod">
          <ac:chgData name="shaswathe bhuvaneshe" userId="696d6cb946e9b71f" providerId="LiveId" clId="{D59DE949-8870-4D77-8AF8-93032DD40AB1}" dt="2026-06-09T14:58:39.392" v="103" actId="14100"/>
          <ac:picMkLst>
            <pc:docMk/>
            <pc:sldMk cId="3355527724" sldId="1578"/>
            <ac:picMk id="13" creationId="{8C633865-CF42-3DE7-4001-D288F6081F4C}"/>
          </ac:picMkLst>
        </pc:picChg>
        <pc:picChg chg="add mod">
          <ac:chgData name="shaswathe bhuvaneshe" userId="696d6cb946e9b71f" providerId="LiveId" clId="{D59DE949-8870-4D77-8AF8-93032DD40AB1}" dt="2026-06-09T14:59:28.826" v="113" actId="14100"/>
          <ac:picMkLst>
            <pc:docMk/>
            <pc:sldMk cId="3355527724" sldId="1578"/>
            <ac:picMk id="15" creationId="{60DB7191-3017-DC6F-3BD0-D2D219C45B34}"/>
          </ac:picMkLst>
        </pc:picChg>
      </pc:sldChg>
      <pc:sldChg chg="addSp delSp modSp mod ord">
        <pc:chgData name="shaswathe bhuvaneshe" userId="696d6cb946e9b71f" providerId="LiveId" clId="{D59DE949-8870-4D77-8AF8-93032DD40AB1}" dt="2026-06-09T15:19:32.638" v="272" actId="1035"/>
        <pc:sldMkLst>
          <pc:docMk/>
          <pc:sldMk cId="2994637109" sldId="1579"/>
        </pc:sldMkLst>
        <pc:spChg chg="mod">
          <ac:chgData name="shaswathe bhuvaneshe" userId="696d6cb946e9b71f" providerId="LiveId" clId="{D59DE949-8870-4D77-8AF8-93032DD40AB1}" dt="2026-06-09T15:19:32.638" v="272" actId="1035"/>
          <ac:spMkLst>
            <pc:docMk/>
            <pc:sldMk cId="2994637109" sldId="1579"/>
            <ac:spMk id="2" creationId="{706C2A96-16EB-5980-B5ED-5DD47B08E25C}"/>
          </ac:spMkLst>
        </pc:spChg>
        <pc:spChg chg="mod">
          <ac:chgData name="shaswathe bhuvaneshe" userId="696d6cb946e9b71f" providerId="LiveId" clId="{D59DE949-8870-4D77-8AF8-93032DD40AB1}" dt="2026-06-09T15:03:09.451" v="138" actId="2710"/>
          <ac:spMkLst>
            <pc:docMk/>
            <pc:sldMk cId="2994637109" sldId="1579"/>
            <ac:spMk id="4" creationId="{FEA9CD54-9563-DAB8-E298-9863042617A6}"/>
          </ac:spMkLst>
        </pc:spChg>
        <pc:spChg chg="add mod">
          <ac:chgData name="shaswathe bhuvaneshe" userId="696d6cb946e9b71f" providerId="LiveId" clId="{D59DE949-8870-4D77-8AF8-93032DD40AB1}" dt="2026-06-09T15:02:59.165" v="136" actId="1076"/>
          <ac:spMkLst>
            <pc:docMk/>
            <pc:sldMk cId="2994637109" sldId="1579"/>
            <ac:spMk id="5" creationId="{A0C208EB-1B81-ADA7-F70D-C8D4155A2122}"/>
          </ac:spMkLst>
        </pc:spChg>
      </pc:sldChg>
      <pc:sldChg chg="addSp delSp modSp mod ord">
        <pc:chgData name="shaswathe bhuvaneshe" userId="696d6cb946e9b71f" providerId="LiveId" clId="{D59DE949-8870-4D77-8AF8-93032DD40AB1}" dt="2026-06-13T12:21:26.154" v="1806" actId="1076"/>
        <pc:sldMkLst>
          <pc:docMk/>
          <pc:sldMk cId="2199815007" sldId="1580"/>
        </pc:sldMkLst>
        <pc:spChg chg="mod">
          <ac:chgData name="shaswathe bhuvaneshe" userId="696d6cb946e9b71f" providerId="LiveId" clId="{D59DE949-8870-4D77-8AF8-93032DD40AB1}" dt="2026-06-09T16:28:25.557" v="1540" actId="1035"/>
          <ac:spMkLst>
            <pc:docMk/>
            <pc:sldMk cId="2199815007" sldId="1580"/>
            <ac:spMk id="3" creationId="{069C8D15-E8BC-FC09-4D77-2746885C7FBC}"/>
          </ac:spMkLst>
        </pc:spChg>
        <pc:spChg chg="add mod">
          <ac:chgData name="shaswathe bhuvaneshe" userId="696d6cb946e9b71f" providerId="LiveId" clId="{D59DE949-8870-4D77-8AF8-93032DD40AB1}" dt="2026-06-13T12:21:22.872" v="1805" actId="1076"/>
          <ac:spMkLst>
            <pc:docMk/>
            <pc:sldMk cId="2199815007" sldId="1580"/>
            <ac:spMk id="5" creationId="{B8DDF46E-0FBF-8574-4F33-3DC06B798F9F}"/>
          </ac:spMkLst>
        </pc:spChg>
        <pc:spChg chg="add mod">
          <ac:chgData name="shaswathe bhuvaneshe" userId="696d6cb946e9b71f" providerId="LiveId" clId="{D59DE949-8870-4D77-8AF8-93032DD40AB1}" dt="2026-06-13T12:21:19.297" v="1804" actId="1076"/>
          <ac:spMkLst>
            <pc:docMk/>
            <pc:sldMk cId="2199815007" sldId="1580"/>
            <ac:spMk id="6" creationId="{1C4560F3-67F6-3A0C-71CA-AD47DBEB63E1}"/>
          </ac:spMkLst>
        </pc:spChg>
        <pc:spChg chg="add mod">
          <ac:chgData name="shaswathe bhuvaneshe" userId="696d6cb946e9b71f" providerId="LiveId" clId="{D59DE949-8870-4D77-8AF8-93032DD40AB1}" dt="2026-06-13T12:21:13.866" v="1803" actId="1076"/>
          <ac:spMkLst>
            <pc:docMk/>
            <pc:sldMk cId="2199815007" sldId="1580"/>
            <ac:spMk id="9" creationId="{C25F60A4-53CA-D1A2-79AD-E5E780B4CA92}"/>
          </ac:spMkLst>
        </pc:spChg>
        <pc:spChg chg="add mod">
          <ac:chgData name="shaswathe bhuvaneshe" userId="696d6cb946e9b71f" providerId="LiveId" clId="{D59DE949-8870-4D77-8AF8-93032DD40AB1}" dt="2026-06-13T12:21:26.154" v="1806" actId="1076"/>
          <ac:spMkLst>
            <pc:docMk/>
            <pc:sldMk cId="2199815007" sldId="1580"/>
            <ac:spMk id="10" creationId="{79938F01-5ACD-7D2B-5EAF-A3C0432CBFAB}"/>
          </ac:spMkLst>
        </pc:spChg>
      </pc:sldChg>
      <pc:sldChg chg="addSp delSp modSp mod">
        <pc:chgData name="shaswathe bhuvaneshe" userId="696d6cb946e9b71f" providerId="LiveId" clId="{D59DE949-8870-4D77-8AF8-93032DD40AB1}" dt="2026-06-13T12:52:50.798" v="1855" actId="20577"/>
        <pc:sldMkLst>
          <pc:docMk/>
          <pc:sldMk cId="3718785638" sldId="1581"/>
        </pc:sldMkLst>
        <pc:spChg chg="add del mod">
          <ac:chgData name="shaswathe bhuvaneshe" userId="696d6cb946e9b71f" providerId="LiveId" clId="{D59DE949-8870-4D77-8AF8-93032DD40AB1}" dt="2026-06-13T12:52:50.798" v="1855" actId="20577"/>
          <ac:spMkLst>
            <pc:docMk/>
            <pc:sldMk cId="3718785638" sldId="1581"/>
            <ac:spMk id="2" creationId="{55A48A4C-2AED-6E71-2E2B-448FB19EE887}"/>
          </ac:spMkLst>
        </pc:spChg>
        <pc:spChg chg="mod">
          <ac:chgData name="shaswathe bhuvaneshe" userId="696d6cb946e9b71f" providerId="LiveId" clId="{D59DE949-8870-4D77-8AF8-93032DD40AB1}" dt="2026-06-09T15:26:51.771" v="388" actId="20577"/>
          <ac:spMkLst>
            <pc:docMk/>
            <pc:sldMk cId="3718785638" sldId="1581"/>
            <ac:spMk id="3" creationId="{85D8DB13-C4F0-87F2-391C-654081C097E7}"/>
          </ac:spMkLst>
        </pc:spChg>
        <pc:spChg chg="add mod">
          <ac:chgData name="shaswathe bhuvaneshe" userId="696d6cb946e9b71f" providerId="LiveId" clId="{D59DE949-8870-4D77-8AF8-93032DD40AB1}" dt="2026-06-09T15:23:19.158" v="345" actId="20577"/>
          <ac:spMkLst>
            <pc:docMk/>
            <pc:sldMk cId="3718785638" sldId="1581"/>
            <ac:spMk id="10" creationId="{1BE10C2D-D8E0-3833-8032-BCDC3F0BE6B8}"/>
          </ac:spMkLst>
        </pc:spChg>
        <pc:spChg chg="add mod">
          <ac:chgData name="shaswathe bhuvaneshe" userId="696d6cb946e9b71f" providerId="LiveId" clId="{D59DE949-8870-4D77-8AF8-93032DD40AB1}" dt="2026-06-09T15:28:37.632" v="406" actId="1076"/>
          <ac:spMkLst>
            <pc:docMk/>
            <pc:sldMk cId="3718785638" sldId="1581"/>
            <ac:spMk id="18" creationId="{F988039C-1EC0-450E-120A-CB9969A95A8B}"/>
          </ac:spMkLst>
        </pc:spChg>
        <pc:graphicFrameChg chg="add mod modGraphic">
          <ac:chgData name="shaswathe bhuvaneshe" userId="696d6cb946e9b71f" providerId="LiveId" clId="{D59DE949-8870-4D77-8AF8-93032DD40AB1}" dt="2026-06-09T16:44:59.360" v="1718" actId="242"/>
          <ac:graphicFrameMkLst>
            <pc:docMk/>
            <pc:sldMk cId="3718785638" sldId="1581"/>
            <ac:graphicFrameMk id="16" creationId="{025591D3-90FC-2FFD-A667-FC798BCCC0F2}"/>
          </ac:graphicFrameMkLst>
        </pc:graphicFrameChg>
      </pc:sldChg>
      <pc:sldChg chg="addSp delSp modSp mod">
        <pc:chgData name="shaswathe bhuvaneshe" userId="696d6cb946e9b71f" providerId="LiveId" clId="{D59DE949-8870-4D77-8AF8-93032DD40AB1}" dt="2026-06-09T16:46:28.263" v="1733"/>
        <pc:sldMkLst>
          <pc:docMk/>
          <pc:sldMk cId="2006576204" sldId="1583"/>
        </pc:sldMkLst>
        <pc:spChg chg="mod">
          <ac:chgData name="shaswathe bhuvaneshe" userId="696d6cb946e9b71f" providerId="LiveId" clId="{D59DE949-8870-4D77-8AF8-93032DD40AB1}" dt="2026-06-09T15:32:10.484" v="475" actId="20577"/>
          <ac:spMkLst>
            <pc:docMk/>
            <pc:sldMk cId="2006576204" sldId="1583"/>
            <ac:spMk id="4" creationId="{EE53FFFC-047A-74C0-7506-B47E6E278942}"/>
          </ac:spMkLst>
        </pc:spChg>
        <pc:spChg chg="add mod">
          <ac:chgData name="shaswathe bhuvaneshe" userId="696d6cb946e9b71f" providerId="LiveId" clId="{D59DE949-8870-4D77-8AF8-93032DD40AB1}" dt="2026-06-09T16:08:55.750" v="1144" actId="1076"/>
          <ac:spMkLst>
            <pc:docMk/>
            <pc:sldMk cId="2006576204" sldId="1583"/>
            <ac:spMk id="12" creationId="{798C71C5-051D-D51C-91AF-B4CCFF1709B4}"/>
          </ac:spMkLst>
        </pc:spChg>
        <pc:spChg chg="add mod">
          <ac:chgData name="shaswathe bhuvaneshe" userId="696d6cb946e9b71f" providerId="LiveId" clId="{D59DE949-8870-4D77-8AF8-93032DD40AB1}" dt="2026-06-09T16:09:26.125" v="1150" actId="1076"/>
          <ac:spMkLst>
            <pc:docMk/>
            <pc:sldMk cId="2006576204" sldId="1583"/>
            <ac:spMk id="24" creationId="{13126454-863E-C370-D4D6-AE6F5B0F57F7}"/>
          </ac:spMkLst>
        </pc:spChg>
        <pc:spChg chg="add mod">
          <ac:chgData name="shaswathe bhuvaneshe" userId="696d6cb946e9b71f" providerId="LiveId" clId="{D59DE949-8870-4D77-8AF8-93032DD40AB1}" dt="2026-06-09T16:09:47.241" v="1158" actId="1076"/>
          <ac:spMkLst>
            <pc:docMk/>
            <pc:sldMk cId="2006576204" sldId="1583"/>
            <ac:spMk id="31" creationId="{0A51B6FF-2941-0334-AC6C-10EA7B71B7E8}"/>
          </ac:spMkLst>
        </pc:spChg>
        <pc:graphicFrameChg chg="add mod modGraphic">
          <ac:chgData name="shaswathe bhuvaneshe" userId="696d6cb946e9b71f" providerId="LiveId" clId="{D59DE949-8870-4D77-8AF8-93032DD40AB1}" dt="2026-06-09T16:46:28.263" v="1733"/>
          <ac:graphicFrameMkLst>
            <pc:docMk/>
            <pc:sldMk cId="2006576204" sldId="1583"/>
            <ac:graphicFrameMk id="30" creationId="{8CF0A7FB-D658-D5BB-F6BA-57639FFCAC0A}"/>
          </ac:graphicFrameMkLst>
        </pc:graphicFrameChg>
      </pc:sldChg>
      <pc:sldChg chg="addSp delSp modSp mod ord">
        <pc:chgData name="shaswathe bhuvaneshe" userId="696d6cb946e9b71f" providerId="LiveId" clId="{D59DE949-8870-4D77-8AF8-93032DD40AB1}" dt="2026-06-13T12:55:06.496" v="1876" actId="20577"/>
        <pc:sldMkLst>
          <pc:docMk/>
          <pc:sldMk cId="2194736919" sldId="1584"/>
        </pc:sldMkLst>
        <pc:spChg chg="add mod">
          <ac:chgData name="shaswathe bhuvaneshe" userId="696d6cb946e9b71f" providerId="LiveId" clId="{D59DE949-8870-4D77-8AF8-93032DD40AB1}" dt="2026-06-09T15:51:28.285" v="793" actId="1076"/>
          <ac:spMkLst>
            <pc:docMk/>
            <pc:sldMk cId="2194736919" sldId="1584"/>
            <ac:spMk id="3" creationId="{B9B22E8F-9D40-C2E8-B88E-12F97C2EFDFA}"/>
          </ac:spMkLst>
        </pc:spChg>
        <pc:spChg chg="mod">
          <ac:chgData name="shaswathe bhuvaneshe" userId="696d6cb946e9b71f" providerId="LiveId" clId="{D59DE949-8870-4D77-8AF8-93032DD40AB1}" dt="2026-06-09T15:53:02.148" v="826" actId="1035"/>
          <ac:spMkLst>
            <pc:docMk/>
            <pc:sldMk cId="2194736919" sldId="1584"/>
            <ac:spMk id="4" creationId="{93493BCE-C52C-11DE-5FD1-5427692A3F31}"/>
          </ac:spMkLst>
        </pc:spChg>
        <pc:spChg chg="add mod">
          <ac:chgData name="shaswathe bhuvaneshe" userId="696d6cb946e9b71f" providerId="LiveId" clId="{D59DE949-8870-4D77-8AF8-93032DD40AB1}" dt="2026-06-13T12:55:06.496" v="1876" actId="20577"/>
          <ac:spMkLst>
            <pc:docMk/>
            <pc:sldMk cId="2194736919" sldId="1584"/>
            <ac:spMk id="10" creationId="{DD9B5C63-7722-E4F9-34E5-B9E49EBFD8D4}"/>
          </ac:spMkLst>
        </pc:spChg>
        <pc:spChg chg="add mod">
          <ac:chgData name="shaswathe bhuvaneshe" userId="696d6cb946e9b71f" providerId="LiveId" clId="{D59DE949-8870-4D77-8AF8-93032DD40AB1}" dt="2026-06-09T15:52:10.598" v="801" actId="2710"/>
          <ac:spMkLst>
            <pc:docMk/>
            <pc:sldMk cId="2194736919" sldId="1584"/>
            <ac:spMk id="11" creationId="{71B7B338-7A52-7253-F6DB-A3DB11871AE9}"/>
          </ac:spMkLst>
        </pc:spChg>
      </pc:sldChg>
      <pc:sldChg chg="addSp delSp modSp mod">
        <pc:chgData name="shaswathe bhuvaneshe" userId="696d6cb946e9b71f" providerId="LiveId" clId="{D59DE949-8870-4D77-8AF8-93032DD40AB1}" dt="2026-06-13T12:53:30.391" v="1871" actId="1076"/>
        <pc:sldMkLst>
          <pc:docMk/>
          <pc:sldMk cId="1773796246" sldId="1597"/>
        </pc:sldMkLst>
        <pc:spChg chg="add mod">
          <ac:chgData name="shaswathe bhuvaneshe" userId="696d6cb946e9b71f" providerId="LiveId" clId="{D59DE949-8870-4D77-8AF8-93032DD40AB1}" dt="2026-06-13T12:53:24.523" v="1869" actId="1076"/>
          <ac:spMkLst>
            <pc:docMk/>
            <pc:sldMk cId="1773796246" sldId="1597"/>
            <ac:spMk id="2" creationId="{99FCA3B0-4D4D-8A01-8802-55D941F724A3}"/>
          </ac:spMkLst>
        </pc:spChg>
        <pc:spChg chg="mod">
          <ac:chgData name="shaswathe bhuvaneshe" userId="696d6cb946e9b71f" providerId="LiveId" clId="{D59DE949-8870-4D77-8AF8-93032DD40AB1}" dt="2026-06-13T12:53:17.019" v="1867" actId="1035"/>
          <ac:spMkLst>
            <pc:docMk/>
            <pc:sldMk cId="1773796246" sldId="1597"/>
            <ac:spMk id="4" creationId="{A97DE16F-FD69-71FE-4615-C555D4F583FC}"/>
          </ac:spMkLst>
        </pc:spChg>
        <pc:spChg chg="add mod">
          <ac:chgData name="shaswathe bhuvaneshe" userId="696d6cb946e9b71f" providerId="LiveId" clId="{D59DE949-8870-4D77-8AF8-93032DD40AB1}" dt="2026-06-13T12:53:30.391" v="1871" actId="1076"/>
          <ac:spMkLst>
            <pc:docMk/>
            <pc:sldMk cId="1773796246" sldId="1597"/>
            <ac:spMk id="5" creationId="{DAD8F74C-D945-D387-2796-81A653852692}"/>
          </ac:spMkLst>
        </pc:spChg>
        <pc:spChg chg="add mod">
          <ac:chgData name="shaswathe bhuvaneshe" userId="696d6cb946e9b71f" providerId="LiveId" clId="{D59DE949-8870-4D77-8AF8-93032DD40AB1}" dt="2026-06-13T12:53:26.402" v="1870" actId="1076"/>
          <ac:spMkLst>
            <pc:docMk/>
            <pc:sldMk cId="1773796246" sldId="1597"/>
            <ac:spMk id="7" creationId="{6DFDD1DD-9E7F-8EA1-4042-ECFDA08344A0}"/>
          </ac:spMkLst>
        </pc:spChg>
      </pc:sldChg>
      <pc:sldChg chg="addSp delSp modSp new mod">
        <pc:chgData name="shaswathe bhuvaneshe" userId="696d6cb946e9b71f" providerId="LiveId" clId="{D59DE949-8870-4D77-8AF8-93032DD40AB1}" dt="2026-06-09T16:00:09.785" v="964" actId="14100"/>
        <pc:sldMkLst>
          <pc:docMk/>
          <pc:sldMk cId="3635115726" sldId="1598"/>
        </pc:sldMkLst>
        <pc:spChg chg="add mod">
          <ac:chgData name="shaswathe bhuvaneshe" userId="696d6cb946e9b71f" providerId="LiveId" clId="{D59DE949-8870-4D77-8AF8-93032DD40AB1}" dt="2026-06-09T15:53:52.008" v="850" actId="20577"/>
          <ac:spMkLst>
            <pc:docMk/>
            <pc:sldMk cId="3635115726" sldId="1598"/>
            <ac:spMk id="4" creationId="{E9D39F84-9B99-4DDD-E702-C10C24B1A89C}"/>
          </ac:spMkLst>
        </pc:spChg>
        <pc:picChg chg="add mod">
          <ac:chgData name="shaswathe bhuvaneshe" userId="696d6cb946e9b71f" providerId="LiveId" clId="{D59DE949-8870-4D77-8AF8-93032DD40AB1}" dt="2026-06-09T16:00:09.785" v="964" actId="14100"/>
          <ac:picMkLst>
            <pc:docMk/>
            <pc:sldMk cId="3635115726" sldId="1598"/>
            <ac:picMk id="6" creationId="{8F415ADC-F9E5-FD88-0563-6C47D8D6BED9}"/>
          </ac:picMkLst>
        </pc:picChg>
      </pc:sldChg>
      <pc:sldChg chg="addSp delSp modSp new mod">
        <pc:chgData name="shaswathe bhuvaneshe" userId="696d6cb946e9b71f" providerId="LiveId" clId="{D59DE949-8870-4D77-8AF8-93032DD40AB1}" dt="2026-06-09T15:58:30.574" v="951" actId="1076"/>
        <pc:sldMkLst>
          <pc:docMk/>
          <pc:sldMk cId="202417809" sldId="1599"/>
        </pc:sldMkLst>
        <pc:spChg chg="add mod">
          <ac:chgData name="shaswathe bhuvaneshe" userId="696d6cb946e9b71f" providerId="LiveId" clId="{D59DE949-8870-4D77-8AF8-93032DD40AB1}" dt="2026-06-09T15:58:30.574" v="951" actId="1076"/>
          <ac:spMkLst>
            <pc:docMk/>
            <pc:sldMk cId="202417809" sldId="1599"/>
            <ac:spMk id="6" creationId="{34F1ACEE-7C58-30B3-6D66-D86785682C46}"/>
          </ac:spMkLst>
        </pc:spChg>
        <pc:spChg chg="add mod">
          <ac:chgData name="shaswathe bhuvaneshe" userId="696d6cb946e9b71f" providerId="LiveId" clId="{D59DE949-8870-4D77-8AF8-93032DD40AB1}" dt="2026-06-09T15:57:23.319" v="933" actId="1035"/>
          <ac:spMkLst>
            <pc:docMk/>
            <pc:sldMk cId="202417809" sldId="1599"/>
            <ac:spMk id="7" creationId="{B61612F3-608D-4E38-5AC9-DA8ADE2CEBDE}"/>
          </ac:spMkLst>
        </pc:spChg>
      </pc:sldChg>
      <pc:sldChg chg="addSp delSp modSp new mod">
        <pc:chgData name="shaswathe bhuvaneshe" userId="696d6cb946e9b71f" providerId="LiveId" clId="{D59DE949-8870-4D77-8AF8-93032DD40AB1}" dt="2026-06-09T15:58:41.008" v="953" actId="1076"/>
        <pc:sldMkLst>
          <pc:docMk/>
          <pc:sldMk cId="4243552626" sldId="1600"/>
        </pc:sldMkLst>
        <pc:spChg chg="add mod">
          <ac:chgData name="shaswathe bhuvaneshe" userId="696d6cb946e9b71f" providerId="LiveId" clId="{D59DE949-8870-4D77-8AF8-93032DD40AB1}" dt="2026-06-09T15:58:41.008" v="953" actId="1076"/>
          <ac:spMkLst>
            <pc:docMk/>
            <pc:sldMk cId="4243552626" sldId="1600"/>
            <ac:spMk id="4" creationId="{72A313B7-6574-BABA-0E27-6D59993C455A}"/>
          </ac:spMkLst>
        </pc:spChg>
        <pc:spChg chg="add mod">
          <ac:chgData name="shaswathe bhuvaneshe" userId="696d6cb946e9b71f" providerId="LiveId" clId="{D59DE949-8870-4D77-8AF8-93032DD40AB1}" dt="2026-06-09T15:57:56.528" v="944"/>
          <ac:spMkLst>
            <pc:docMk/>
            <pc:sldMk cId="4243552626" sldId="1600"/>
            <ac:spMk id="5" creationId="{181AC76F-9526-1B22-BA58-B77EAE54AA22}"/>
          </ac:spMkLst>
        </pc:spChg>
      </pc:sldChg>
      <pc:sldChg chg="addSp delSp modSp new mod ord">
        <pc:chgData name="shaswathe bhuvaneshe" userId="696d6cb946e9b71f" providerId="LiveId" clId="{D59DE949-8870-4D77-8AF8-93032DD40AB1}" dt="2026-06-09T16:02:05.363" v="970"/>
        <pc:sldMkLst>
          <pc:docMk/>
          <pc:sldMk cId="3686426528" sldId="1601"/>
        </pc:sldMkLst>
        <pc:spChg chg="add mod">
          <ac:chgData name="shaswathe bhuvaneshe" userId="696d6cb946e9b71f" providerId="LiveId" clId="{D59DE949-8870-4D77-8AF8-93032DD40AB1}" dt="2026-06-09T15:59:56.698" v="961"/>
          <ac:spMkLst>
            <pc:docMk/>
            <pc:sldMk cId="3686426528" sldId="1601"/>
            <ac:spMk id="6" creationId="{33806A08-C4B8-6FD3-9537-0E14DD4D4B35}"/>
          </ac:spMkLst>
        </pc:spChg>
        <pc:picChg chg="add mod">
          <ac:chgData name="shaswathe bhuvaneshe" userId="696d6cb946e9b71f" providerId="LiveId" clId="{D59DE949-8870-4D77-8AF8-93032DD40AB1}" dt="2026-06-09T16:00:15.086" v="965" actId="14100"/>
          <ac:picMkLst>
            <pc:docMk/>
            <pc:sldMk cId="3686426528" sldId="1601"/>
            <ac:picMk id="5" creationId="{245319BD-9E79-6819-D84E-124537811FBB}"/>
          </ac:picMkLst>
        </pc:picChg>
      </pc:sldChg>
      <pc:sldChg chg="addSp delSp modSp new mod">
        <pc:chgData name="shaswathe bhuvaneshe" userId="696d6cb946e9b71f" providerId="LiveId" clId="{D59DE949-8870-4D77-8AF8-93032DD40AB1}" dt="2026-06-09T16:46:39.682" v="1734"/>
        <pc:sldMkLst>
          <pc:docMk/>
          <pc:sldMk cId="1586455689" sldId="1602"/>
        </pc:sldMkLst>
        <pc:spChg chg="add mod">
          <ac:chgData name="shaswathe bhuvaneshe" userId="696d6cb946e9b71f" providerId="LiveId" clId="{D59DE949-8870-4D77-8AF8-93032DD40AB1}" dt="2026-06-09T16:17:10.415" v="1480" actId="121"/>
          <ac:spMkLst>
            <pc:docMk/>
            <pc:sldMk cId="1586455689" sldId="1602"/>
            <ac:spMk id="4" creationId="{663E3BD5-9A55-E396-139C-096B7EF9CE11}"/>
          </ac:spMkLst>
        </pc:spChg>
        <pc:graphicFrameChg chg="add mod modGraphic">
          <ac:chgData name="shaswathe bhuvaneshe" userId="696d6cb946e9b71f" providerId="LiveId" clId="{D59DE949-8870-4D77-8AF8-93032DD40AB1}" dt="2026-06-09T16:46:39.682" v="1734"/>
          <ac:graphicFrameMkLst>
            <pc:docMk/>
            <pc:sldMk cId="1586455689" sldId="1602"/>
            <ac:graphicFrameMk id="5" creationId="{3BEA2F6F-1C63-9E55-9E52-F08A3B6A478C}"/>
          </ac:graphicFrameMkLst>
        </pc:graphicFrameChg>
      </pc:sldChg>
      <pc:sldChg chg="addSp delSp modSp new mod">
        <pc:chgData name="shaswathe bhuvaneshe" userId="696d6cb946e9b71f" providerId="LiveId" clId="{D59DE949-8870-4D77-8AF8-93032DD40AB1}" dt="2026-06-09T16:33:36.320" v="1635" actId="1076"/>
        <pc:sldMkLst>
          <pc:docMk/>
          <pc:sldMk cId="2758282222" sldId="1603"/>
        </pc:sldMkLst>
        <pc:spChg chg="add mod">
          <ac:chgData name="shaswathe bhuvaneshe" userId="696d6cb946e9b71f" providerId="LiveId" clId="{D59DE949-8870-4D77-8AF8-93032DD40AB1}" dt="2026-06-09T16:32:07.387" v="1610" actId="20577"/>
          <ac:spMkLst>
            <pc:docMk/>
            <pc:sldMk cId="2758282222" sldId="1603"/>
            <ac:spMk id="4" creationId="{89C3DCBE-C648-7FEE-365D-FB2CFF3F5946}"/>
          </ac:spMkLst>
        </pc:spChg>
        <pc:picChg chg="add mod">
          <ac:chgData name="shaswathe bhuvaneshe" userId="696d6cb946e9b71f" providerId="LiveId" clId="{D59DE949-8870-4D77-8AF8-93032DD40AB1}" dt="2026-06-09T16:33:06.327" v="1629" actId="14100"/>
          <ac:picMkLst>
            <pc:docMk/>
            <pc:sldMk cId="2758282222" sldId="1603"/>
            <ac:picMk id="17" creationId="{FE320C69-6A97-6B95-8B8B-8F2286C7D36F}"/>
          </ac:picMkLst>
        </pc:picChg>
        <pc:picChg chg="add mod">
          <ac:chgData name="shaswathe bhuvaneshe" userId="696d6cb946e9b71f" providerId="LiveId" clId="{D59DE949-8870-4D77-8AF8-93032DD40AB1}" dt="2026-06-09T16:33:36.320" v="1635" actId="1076"/>
          <ac:picMkLst>
            <pc:docMk/>
            <pc:sldMk cId="2758282222" sldId="1603"/>
            <ac:picMk id="19" creationId="{D99D169E-1EEA-7634-1F76-8DD071615A82}"/>
          </ac:picMkLst>
        </pc:picChg>
      </pc:sldChg>
      <pc:sldChg chg="addSp delSp modSp new mod">
        <pc:chgData name="shaswathe bhuvaneshe" userId="696d6cb946e9b71f" providerId="LiveId" clId="{D59DE949-8870-4D77-8AF8-93032DD40AB1}" dt="2026-06-09T16:35:27.028" v="1659" actId="1076"/>
        <pc:sldMkLst>
          <pc:docMk/>
          <pc:sldMk cId="2269069451" sldId="1604"/>
        </pc:sldMkLst>
        <pc:spChg chg="add mod">
          <ac:chgData name="shaswathe bhuvaneshe" userId="696d6cb946e9b71f" providerId="LiveId" clId="{D59DE949-8870-4D77-8AF8-93032DD40AB1}" dt="2026-06-09T16:33:59.131" v="1639"/>
          <ac:spMkLst>
            <pc:docMk/>
            <pc:sldMk cId="2269069451" sldId="1604"/>
            <ac:spMk id="4" creationId="{F9A5994D-7B17-E304-4EC3-C08EF7D14D5D}"/>
          </ac:spMkLst>
        </pc:spChg>
        <pc:picChg chg="add mod">
          <ac:chgData name="shaswathe bhuvaneshe" userId="696d6cb946e9b71f" providerId="LiveId" clId="{D59DE949-8870-4D77-8AF8-93032DD40AB1}" dt="2026-06-09T16:35:22.891" v="1658" actId="14100"/>
          <ac:picMkLst>
            <pc:docMk/>
            <pc:sldMk cId="2269069451" sldId="1604"/>
            <ac:picMk id="6" creationId="{58E3ADDF-B0A8-F6D1-A5E7-8BFCFF9E0D5E}"/>
          </ac:picMkLst>
        </pc:picChg>
        <pc:picChg chg="add mod">
          <ac:chgData name="shaswathe bhuvaneshe" userId="696d6cb946e9b71f" providerId="LiveId" clId="{D59DE949-8870-4D77-8AF8-93032DD40AB1}" dt="2026-06-09T16:35:27.028" v="1659" actId="1076"/>
          <ac:picMkLst>
            <pc:docMk/>
            <pc:sldMk cId="2269069451" sldId="1604"/>
            <ac:picMk id="8" creationId="{B39CF18C-049F-C51C-03EC-70D908CB21EA}"/>
          </ac:picMkLst>
        </pc:picChg>
      </pc:sldChg>
      <pc:sldChg chg="addSp delSp modSp new mod">
        <pc:chgData name="shaswathe bhuvaneshe" userId="696d6cb946e9b71f" providerId="LiveId" clId="{D59DE949-8870-4D77-8AF8-93032DD40AB1}" dt="2026-06-09T16:40:19.491" v="1690" actId="1076"/>
        <pc:sldMkLst>
          <pc:docMk/>
          <pc:sldMk cId="2255771121" sldId="1605"/>
        </pc:sldMkLst>
        <pc:spChg chg="add mod">
          <ac:chgData name="shaswathe bhuvaneshe" userId="696d6cb946e9b71f" providerId="LiveId" clId="{D59DE949-8870-4D77-8AF8-93032DD40AB1}" dt="2026-06-09T16:40:19.491" v="1690" actId="1076"/>
          <ac:spMkLst>
            <pc:docMk/>
            <pc:sldMk cId="2255771121" sldId="1605"/>
            <ac:spMk id="2" creationId="{6ADA2A45-DD85-A76F-695F-7770C4EAED25}"/>
          </ac:spMkLst>
        </pc:spChg>
        <pc:spChg chg="add mod">
          <ac:chgData name="shaswathe bhuvaneshe" userId="696d6cb946e9b71f" providerId="LiveId" clId="{D59DE949-8870-4D77-8AF8-93032DD40AB1}" dt="2026-06-09T16:35:46.612" v="1663"/>
          <ac:spMkLst>
            <pc:docMk/>
            <pc:sldMk cId="2255771121" sldId="1605"/>
            <ac:spMk id="4" creationId="{B1017646-A7FD-9CFD-FD81-B7B2ECD77142}"/>
          </ac:spMkLst>
        </pc:spChg>
        <pc:picChg chg="add mod">
          <ac:chgData name="shaswathe bhuvaneshe" userId="696d6cb946e9b71f" providerId="LiveId" clId="{D59DE949-8870-4D77-8AF8-93032DD40AB1}" dt="2026-06-09T16:40:12.384" v="1689" actId="14100"/>
          <ac:picMkLst>
            <pc:docMk/>
            <pc:sldMk cId="2255771121" sldId="1605"/>
            <ac:picMk id="6" creationId="{65623F46-D5D3-5AC7-11E1-6C81915A6955}"/>
          </ac:picMkLst>
        </pc:picChg>
        <pc:picChg chg="add mod">
          <ac:chgData name="shaswathe bhuvaneshe" userId="696d6cb946e9b71f" providerId="LiveId" clId="{D59DE949-8870-4D77-8AF8-93032DD40AB1}" dt="2026-06-09T16:40:07.862" v="1688" actId="14100"/>
          <ac:picMkLst>
            <pc:docMk/>
            <pc:sldMk cId="2255771121" sldId="1605"/>
            <ac:picMk id="8" creationId="{CEE99246-9585-C9F5-BC00-9211B0FE47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831160" y="1151192"/>
            <a:ext cx="4741333" cy="6986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IN" sz="2800" b="1" kern="0" dirty="0">
                <a:latin typeface="Arial"/>
                <a:cs typeface="Arial"/>
                <a:sym typeface="Arial"/>
              </a:rPr>
              <a:t>Project Title:</a:t>
            </a:r>
          </a:p>
          <a:p>
            <a:pPr algn="ctr" defTabSz="1219170">
              <a:buClr>
                <a:srgbClr val="000000"/>
              </a:buClr>
            </a:pPr>
            <a:r>
              <a:rPr lang="en-US" sz="2800" b="1" kern="0" dirty="0">
                <a:solidFill>
                  <a:srgbClr val="348E90"/>
                </a:solidFill>
                <a:latin typeface="Arial"/>
                <a:cs typeface="Arial"/>
              </a:rPr>
              <a:t>AI-Powered Social Media Content Scheduler &amp; Generator</a:t>
            </a:r>
          </a:p>
          <a:p>
            <a:pPr algn="ctr" defTabSz="1219170">
              <a:buClr>
                <a:srgbClr val="000000"/>
              </a:buClr>
            </a:pPr>
            <a:endParaRPr lang="en-IN" sz="2800" b="1" kern="0" dirty="0">
              <a:solidFill>
                <a:srgbClr val="002060"/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800" b="1" kern="0" dirty="0">
              <a:solidFill>
                <a:srgbClr val="002060"/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800" b="1" kern="0" dirty="0">
                <a:latin typeface="Arial"/>
                <a:cs typeface="Arial"/>
                <a:sym typeface="Arial"/>
              </a:rPr>
              <a:t>Name:</a:t>
            </a:r>
            <a:r>
              <a:rPr lang="en-IN" sz="2800" b="1" kern="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IN" sz="2800" b="1" kern="0" dirty="0">
                <a:solidFill>
                  <a:srgbClr val="348E90"/>
                </a:solidFill>
                <a:latin typeface="Arial"/>
                <a:cs typeface="Arial"/>
                <a:sym typeface="Arial"/>
              </a:rPr>
              <a:t>Shaswathe Alias Bhuvaneshe</a:t>
            </a:r>
            <a:endParaRPr lang="en-IN" sz="2800" b="1" kern="0" dirty="0">
              <a:solidFill>
                <a:srgbClr val="002060"/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800" b="1" kern="0" dirty="0">
              <a:solidFill>
                <a:srgbClr val="002060"/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800" b="1" kern="0" dirty="0">
              <a:solidFill>
                <a:srgbClr val="002060"/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800" b="1" kern="0" dirty="0">
              <a:solidFill>
                <a:srgbClr val="002060"/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800" b="1" kern="0" dirty="0">
                <a:latin typeface="Arial"/>
                <a:cs typeface="Arial"/>
                <a:sym typeface="Arial"/>
              </a:rPr>
              <a:t>Date:</a:t>
            </a:r>
            <a:r>
              <a:rPr lang="en-IN" sz="2800" b="1" kern="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 </a:t>
            </a:r>
            <a:r>
              <a:rPr lang="en-IN" sz="2800" b="1" kern="0" dirty="0">
                <a:solidFill>
                  <a:srgbClr val="348E90"/>
                </a:solidFill>
                <a:latin typeface="Arial"/>
                <a:cs typeface="Arial"/>
                <a:sym typeface="Arial"/>
              </a:rPr>
              <a:t>08-06-2026</a:t>
            </a: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C8D15-E8BC-FC09-4D77-2746885C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7" y="263532"/>
            <a:ext cx="11464413" cy="738633"/>
          </a:xfr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b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Business Context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DF46E-0FBF-8574-4F33-3DC06B798F9F}"/>
              </a:ext>
            </a:extLst>
          </p:cNvPr>
          <p:cNvSpPr txBox="1"/>
          <p:nvPr/>
        </p:nvSpPr>
        <p:spPr>
          <a:xfrm>
            <a:off x="816075" y="1237422"/>
            <a:ext cx="4208209" cy="1760547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Project Context</a:t>
            </a:r>
          </a:p>
          <a:p>
            <a:pPr>
              <a:lnSpc>
                <a:spcPct val="150000"/>
              </a:lnSpc>
            </a:pPr>
            <a:r>
              <a:rPr lang="en-IN" sz="1400" dirty="0"/>
              <a:t>Social media is important for businesses, but creating content and posting it regularly takes a lot of time. This project automates the entire process using AI and workflow automation.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560F3-67F6-3A0C-71CA-AD47DBEB63E1}"/>
              </a:ext>
            </a:extLst>
          </p:cNvPr>
          <p:cNvSpPr txBox="1"/>
          <p:nvPr/>
        </p:nvSpPr>
        <p:spPr>
          <a:xfrm>
            <a:off x="6862920" y="3101730"/>
            <a:ext cx="4513004" cy="3053208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Expected Outcomes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Automated content generation using Google Gemini.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Automatic image retrieval from </a:t>
            </a:r>
            <a:r>
              <a:rPr lang="en-IN" sz="1400" dirty="0" err="1"/>
              <a:t>Unsplash</a:t>
            </a:r>
            <a:r>
              <a:rPr lang="en-IN" sz="1400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Publishing content to Instagram and LinkedIn.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Approval-based posting workflow.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Status tracking and error handling.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/>
              <a:t>Reduced manual effort and improved posting consistency.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F60A4-53CA-D1A2-79AD-E5E780B4CA92}"/>
              </a:ext>
            </a:extLst>
          </p:cNvPr>
          <p:cNvSpPr txBox="1"/>
          <p:nvPr/>
        </p:nvSpPr>
        <p:spPr>
          <a:xfrm>
            <a:off x="6862920" y="1237422"/>
            <a:ext cx="4513004" cy="1760547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Project Objective</a:t>
            </a:r>
          </a:p>
          <a:p>
            <a:pPr>
              <a:lnSpc>
                <a:spcPct val="150000"/>
              </a:lnSpc>
            </a:pPr>
            <a:r>
              <a:rPr lang="en-IN" sz="1400" dirty="0"/>
              <a:t>To build an AI-powered system that automatically generates content, fetches relevant images, publishes posts to Instagram and LinkedIn, and tracks the posting status.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38F01-5ACD-7D2B-5EAF-A3C0432CBFAB}"/>
              </a:ext>
            </a:extLst>
          </p:cNvPr>
          <p:cNvSpPr txBox="1"/>
          <p:nvPr/>
        </p:nvSpPr>
        <p:spPr>
          <a:xfrm>
            <a:off x="816075" y="3586478"/>
            <a:ext cx="4208209" cy="2083712"/>
          </a:xfrm>
          <a:prstGeom prst="rect">
            <a:avLst/>
          </a:prstGeom>
          <a:solidFill>
            <a:srgbClr val="CCEC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Problem Statement</a:t>
            </a:r>
          </a:p>
          <a:p>
            <a:pPr>
              <a:lnSpc>
                <a:spcPct val="150000"/>
              </a:lnSpc>
            </a:pPr>
            <a:r>
              <a:rPr lang="en-IN" sz="1400" dirty="0"/>
              <a:t>Creating content, finding images, getting approvals, and posting on multiple social media platforms is a repetitive and time-consuming task. Manual posting can also lead to delays and inconsistencies.</a:t>
            </a:r>
          </a:p>
        </p:txBody>
      </p:sp>
    </p:spTree>
    <p:extLst>
      <p:ext uri="{BB962C8B-B14F-4D97-AF65-F5344CB8AC3E}">
        <p14:creationId xmlns:p14="http://schemas.microsoft.com/office/powerpoint/2010/main" val="2199815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2A96-16EB-5980-B5ED-5DD47B08E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00" y="139873"/>
            <a:ext cx="11428400" cy="735199"/>
          </a:xfr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b" anchorCtr="0">
            <a:spAutoFit/>
          </a:bodyPr>
          <a:lstStyle/>
          <a:p>
            <a:pPr defTabSz="1219170">
              <a:buClr>
                <a:srgbClr val="000000"/>
              </a:buClr>
              <a:buSzPts val="2400"/>
            </a:pPr>
            <a:r>
              <a:rPr lang="en-IN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9CD54-9563-DAB8-E298-9863042617A6}"/>
              </a:ext>
            </a:extLst>
          </p:cNvPr>
          <p:cNvSpPr txBox="1"/>
          <p:nvPr/>
        </p:nvSpPr>
        <p:spPr>
          <a:xfrm>
            <a:off x="381800" y="973394"/>
            <a:ext cx="1142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Business Problem</a:t>
            </a:r>
          </a:p>
          <a:p>
            <a:r>
              <a:rPr lang="en-IN" sz="2000" dirty="0"/>
              <a:t>Many solopreneurs and small businesses struggle to maintain a consistent social media presence.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208EB-1B81-ADA7-F70D-C8D4155A2122}"/>
              </a:ext>
            </a:extLst>
          </p:cNvPr>
          <p:cNvSpPr txBox="1"/>
          <p:nvPr/>
        </p:nvSpPr>
        <p:spPr>
          <a:xfrm>
            <a:off x="381800" y="1769770"/>
            <a:ext cx="11348084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Challenges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Manual content creation takes 1–2 hours per post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Inconsistent posting schedules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Difficulty managing multiple social platforms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Manual approval and publishing process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High risk of missed posting opportunities 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Impact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Reduced audience engagement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Lower brand visibility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Time-consuming marketing operations</a:t>
            </a:r>
          </a:p>
        </p:txBody>
      </p:sp>
    </p:spTree>
    <p:extLst>
      <p:ext uri="{BB962C8B-B14F-4D97-AF65-F5344CB8AC3E}">
        <p14:creationId xmlns:p14="http://schemas.microsoft.com/office/powerpoint/2010/main" val="2994637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062E-CE67-E7D1-3C82-2BF10FB1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00" y="152130"/>
            <a:ext cx="11428400" cy="738633"/>
          </a:xfr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Technology Stack</a:t>
            </a:r>
            <a:endParaRPr lang="en-IN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CDB14-DA01-0292-FAF4-14C5641B6D9D}"/>
              </a:ext>
            </a:extLst>
          </p:cNvPr>
          <p:cNvSpPr txBox="1"/>
          <p:nvPr/>
        </p:nvSpPr>
        <p:spPr>
          <a:xfrm>
            <a:off x="381800" y="897757"/>
            <a:ext cx="4385187" cy="4438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Technologies: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N8n,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Gemini API,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Sheets,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Unsplash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API,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Instagram Graph API,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API</a:t>
            </a:r>
          </a:p>
        </p:txBody>
      </p:sp>
      <p:pic>
        <p:nvPicPr>
          <p:cNvPr id="9" name="Picture 8" descr="GitHub - n8n-io/n8n: Fair-code workflow automation platform ...">
            <a:extLst>
              <a:ext uri="{FF2B5EF4-FFF2-40B4-BE49-F238E27FC236}">
                <a16:creationId xmlns:a16="http://schemas.microsoft.com/office/drawing/2014/main" id="{41808058-FC4F-1F22-53C8-5C56FD69B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392" y="1074173"/>
            <a:ext cx="2116395" cy="2116395"/>
          </a:xfrm>
          <a:prstGeom prst="rect">
            <a:avLst/>
          </a:prstGeom>
        </p:spPr>
      </p:pic>
      <p:pic>
        <p:nvPicPr>
          <p:cNvPr id="10" name="Picture 9" descr="10 Ways Gemini API is Revolutionizing AI Development - Bincomdevcenter">
            <a:extLst>
              <a:ext uri="{FF2B5EF4-FFF2-40B4-BE49-F238E27FC236}">
                <a16:creationId xmlns:a16="http://schemas.microsoft.com/office/drawing/2014/main" id="{8B28BCEF-E7F8-DC35-A7A0-A1C5A4A31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609" y="1166350"/>
            <a:ext cx="2494526" cy="2024218"/>
          </a:xfrm>
          <a:prstGeom prst="rect">
            <a:avLst/>
          </a:prstGeom>
        </p:spPr>
      </p:pic>
      <p:pic>
        <p:nvPicPr>
          <p:cNvPr id="11" name="Picture 10" descr="Google Sheets Data Prep for Dashboards: Best Practices | Klipfolio">
            <a:extLst>
              <a:ext uri="{FF2B5EF4-FFF2-40B4-BE49-F238E27FC236}">
                <a16:creationId xmlns:a16="http://schemas.microsoft.com/office/drawing/2014/main" id="{B38865C9-1480-AA6F-B5E9-F799B1533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4957" y="1258529"/>
            <a:ext cx="2189727" cy="1858297"/>
          </a:xfrm>
          <a:prstGeom prst="rect">
            <a:avLst/>
          </a:prstGeom>
        </p:spPr>
      </p:pic>
      <p:pic>
        <p:nvPicPr>
          <p:cNvPr id="12" name="Picture 11" descr="Unsplash Logo transparent PNG - StickPNG">
            <a:extLst>
              <a:ext uri="{FF2B5EF4-FFF2-40B4-BE49-F238E27FC236}">
                <a16:creationId xmlns:a16="http://schemas.microsoft.com/office/drawing/2014/main" id="{00E88421-5BB1-7B86-0A3A-F54B0528C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934" y="3886441"/>
            <a:ext cx="2116395" cy="1713030"/>
          </a:xfrm>
          <a:prstGeom prst="rect">
            <a:avLst/>
          </a:prstGeom>
        </p:spPr>
      </p:pic>
      <p:pic>
        <p:nvPicPr>
          <p:cNvPr id="13" name="Picture 12" descr="Meta Instagram Graph API Update">
            <a:extLst>
              <a:ext uri="{FF2B5EF4-FFF2-40B4-BE49-F238E27FC236}">
                <a16:creationId xmlns:a16="http://schemas.microsoft.com/office/drawing/2014/main" id="{8C633865-CF42-3DE7-4001-D288F6081F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609" y="3978620"/>
            <a:ext cx="2494526" cy="1620851"/>
          </a:xfrm>
          <a:prstGeom prst="rect">
            <a:avLst/>
          </a:prstGeom>
        </p:spPr>
      </p:pic>
      <p:pic>
        <p:nvPicPr>
          <p:cNvPr id="15" name="Picture 14" descr="Linkedin logo png, Linkedin icon transparent png 18930480 PNG">
            <a:extLst>
              <a:ext uri="{FF2B5EF4-FFF2-40B4-BE49-F238E27FC236}">
                <a16:creationId xmlns:a16="http://schemas.microsoft.com/office/drawing/2014/main" id="{60DB7191-3017-DC6F-3BD0-D2D219C45B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5415" y="3886441"/>
            <a:ext cx="1854785" cy="17130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0776E53-F7A3-19C7-4BF5-AE5DC9931A21}"/>
              </a:ext>
            </a:extLst>
          </p:cNvPr>
          <p:cNvSpPr txBox="1"/>
          <p:nvPr/>
        </p:nvSpPr>
        <p:spPr>
          <a:xfrm>
            <a:off x="462116" y="5691650"/>
            <a:ext cx="113480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Objective:</a:t>
            </a:r>
          </a:p>
          <a:p>
            <a:r>
              <a:rPr lang="en-IN" sz="2000" dirty="0"/>
              <a:t>Automate social media content creation, approval, and publishing across multiple platforms.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5552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D8DB13-C4F0-87F2-391C-654081C0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11" y="172826"/>
            <a:ext cx="11415178" cy="738633"/>
          </a:xfr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b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System Architecture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A48A4C-2AED-6E71-2E2B-448FB19EE887}"/>
              </a:ext>
            </a:extLst>
          </p:cNvPr>
          <p:cNvSpPr txBox="1"/>
          <p:nvPr/>
        </p:nvSpPr>
        <p:spPr>
          <a:xfrm>
            <a:off x="658780" y="1518940"/>
            <a:ext cx="3386898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Schedule Trigger</a:t>
            </a:r>
          </a:p>
          <a:p>
            <a:pPr algn="ctr"/>
            <a:r>
              <a:rPr lang="en-IN" sz="1600" dirty="0"/>
              <a:t>↓</a:t>
            </a:r>
          </a:p>
          <a:p>
            <a:pPr algn="ctr"/>
            <a:r>
              <a:rPr lang="en-IN" sz="1600" dirty="0"/>
              <a:t>Google Sheets</a:t>
            </a:r>
          </a:p>
          <a:p>
            <a:pPr algn="ctr"/>
            <a:r>
              <a:rPr lang="en-IN" sz="1600" dirty="0"/>
              <a:t>↓</a:t>
            </a:r>
          </a:p>
          <a:p>
            <a:pPr algn="ctr"/>
            <a:r>
              <a:rPr lang="en-IN" sz="1600" dirty="0"/>
              <a:t>Filter Approved Content</a:t>
            </a:r>
          </a:p>
          <a:p>
            <a:pPr algn="ctr"/>
            <a:r>
              <a:rPr lang="en-IN" sz="1600" dirty="0"/>
              <a:t>↓</a:t>
            </a:r>
          </a:p>
          <a:p>
            <a:pPr algn="ctr"/>
            <a:r>
              <a:rPr lang="en-IN" sz="1600" dirty="0"/>
              <a:t>Switch Platform</a:t>
            </a:r>
          </a:p>
          <a:p>
            <a:pPr algn="ctr"/>
            <a:r>
              <a:rPr lang="en-IN" sz="1600" dirty="0"/>
              <a:t> ├── LinkedIn Branch</a:t>
            </a:r>
          </a:p>
          <a:p>
            <a:pPr algn="ctr"/>
            <a:r>
              <a:rPr lang="en-IN" sz="1600" dirty="0"/>
              <a:t> └─ Instagram Branch</a:t>
            </a:r>
          </a:p>
          <a:p>
            <a:pPr algn="ctr"/>
            <a:r>
              <a:rPr lang="en-IN" sz="1600" dirty="0"/>
              <a:t>         ↓</a:t>
            </a:r>
          </a:p>
          <a:p>
            <a:pPr algn="ctr"/>
            <a:r>
              <a:rPr lang="en-IN" sz="1600" dirty="0"/>
              <a:t>        Wait</a:t>
            </a:r>
          </a:p>
          <a:p>
            <a:pPr algn="ctr"/>
            <a:r>
              <a:rPr lang="en-IN" sz="1600" dirty="0"/>
              <a:t>	    ↓	</a:t>
            </a:r>
          </a:p>
          <a:p>
            <a:pPr algn="ctr"/>
            <a:r>
              <a:rPr lang="en-IN" sz="1600" dirty="0"/>
              <a:t>         Create Media</a:t>
            </a:r>
          </a:p>
          <a:p>
            <a:pPr algn="ctr"/>
            <a:r>
              <a:rPr lang="en-IN" sz="1600" dirty="0"/>
              <a:t>         ↓</a:t>
            </a:r>
          </a:p>
          <a:p>
            <a:pPr algn="ctr"/>
            <a:r>
              <a:rPr lang="en-IN" sz="1600" dirty="0"/>
              <a:t>        Wait</a:t>
            </a:r>
          </a:p>
          <a:p>
            <a:pPr algn="ctr"/>
            <a:r>
              <a:rPr lang="en-IN" sz="1600" dirty="0"/>
              <a:t>         ↓</a:t>
            </a:r>
          </a:p>
          <a:p>
            <a:pPr algn="ctr"/>
            <a:r>
              <a:rPr lang="en-IN" sz="1600" dirty="0"/>
              <a:t>        Publish Media</a:t>
            </a:r>
          </a:p>
          <a:p>
            <a:pPr algn="ctr"/>
            <a:r>
              <a:rPr lang="en-IN" sz="1600" dirty="0"/>
              <a:t>         ↓</a:t>
            </a:r>
          </a:p>
          <a:p>
            <a:pPr algn="ctr"/>
            <a:r>
              <a:rPr lang="en-IN" sz="1600" dirty="0"/>
              <a:t>         Update Google Sheet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10C2D-D8E0-3833-8032-BCDC3F0BE6B8}"/>
              </a:ext>
            </a:extLst>
          </p:cNvPr>
          <p:cNvSpPr txBox="1"/>
          <p:nvPr/>
        </p:nvSpPr>
        <p:spPr>
          <a:xfrm>
            <a:off x="419100" y="1057275"/>
            <a:ext cx="4476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n8n Workflow Architecture: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25591D3-90FC-2FFD-A667-FC798BCCC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867456"/>
              </p:ext>
            </p:extLst>
          </p:nvPr>
        </p:nvGraphicFramePr>
        <p:xfrm>
          <a:off x="6336237" y="1750142"/>
          <a:ext cx="5467352" cy="3689815"/>
        </p:xfrm>
        <a:graphic>
          <a:graphicData uri="http://schemas.openxmlformats.org/drawingml/2006/table">
            <a:tbl>
              <a:tblPr/>
              <a:tblGrid>
                <a:gridCol w="2733676">
                  <a:extLst>
                    <a:ext uri="{9D8B030D-6E8A-4147-A177-3AD203B41FA5}">
                      <a16:colId xmlns:a16="http://schemas.microsoft.com/office/drawing/2014/main" val="900815896"/>
                    </a:ext>
                  </a:extLst>
                </a:gridCol>
                <a:gridCol w="2733676">
                  <a:extLst>
                    <a:ext uri="{9D8B030D-6E8A-4147-A177-3AD203B41FA5}">
                      <a16:colId xmlns:a16="http://schemas.microsoft.com/office/drawing/2014/main" val="1883434464"/>
                    </a:ext>
                  </a:extLst>
                </a:gridCol>
              </a:tblGrid>
              <a:tr h="58993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867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867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748224"/>
                  </a:ext>
                </a:extLst>
              </a:tr>
              <a:tr h="61997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dirty="0"/>
                        <a:t>Google Gemini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dirty="0"/>
                        <a:t>Content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611161"/>
                  </a:ext>
                </a:extLst>
              </a:tr>
              <a:tr h="61997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dirty="0" err="1"/>
                        <a:t>Unsplash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dirty="0"/>
                        <a:t>Image Retrieval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300853"/>
                  </a:ext>
                </a:extLst>
              </a:tr>
              <a:tr h="61997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dirty="0"/>
                        <a:t>LinkedIn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dirty="0"/>
                        <a:t>LinkedIn Publishing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165996"/>
                  </a:ext>
                </a:extLst>
              </a:tr>
              <a:tr h="61997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dirty="0"/>
                        <a:t>Instagram Graph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dirty="0"/>
                        <a:t>Instagram Publishing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390108"/>
                  </a:ext>
                </a:extLst>
              </a:tr>
              <a:tr h="61997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/>
                        <a:t>Google Sheets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IN" dirty="0"/>
                        <a:t>Content Calendar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4900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988039C-1EC0-450E-120A-CB9969A95A8B}"/>
              </a:ext>
            </a:extLst>
          </p:cNvPr>
          <p:cNvSpPr txBox="1"/>
          <p:nvPr/>
        </p:nvSpPr>
        <p:spPr>
          <a:xfrm>
            <a:off x="8145275" y="1057275"/>
            <a:ext cx="1849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APIs Used:</a:t>
            </a:r>
          </a:p>
        </p:txBody>
      </p:sp>
    </p:spTree>
    <p:extLst>
      <p:ext uri="{BB962C8B-B14F-4D97-AF65-F5344CB8AC3E}">
        <p14:creationId xmlns:p14="http://schemas.microsoft.com/office/powerpoint/2010/main" val="371878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97DE16F-FD69-71FE-4615-C555D4F58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6" y="192489"/>
            <a:ext cx="11415178" cy="738633"/>
          </a:xfr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b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Feature Implemented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FCA3B0-4D4D-8A01-8802-55D941F724A3}"/>
              </a:ext>
            </a:extLst>
          </p:cNvPr>
          <p:cNvSpPr txBox="1"/>
          <p:nvPr/>
        </p:nvSpPr>
        <p:spPr>
          <a:xfrm>
            <a:off x="403196" y="1940028"/>
            <a:ext cx="4236474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Content Generation</a:t>
            </a:r>
          </a:p>
          <a:p>
            <a:pPr>
              <a:lnSpc>
                <a:spcPct val="150000"/>
              </a:lnSpc>
            </a:pPr>
            <a:r>
              <a:rPr lang="en-IN" dirty="0"/>
              <a:t>AI-generated marketing content using Google Gemini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Image Selection</a:t>
            </a:r>
          </a:p>
          <a:p>
            <a:pPr>
              <a:lnSpc>
                <a:spcPct val="150000"/>
              </a:lnSpc>
            </a:pPr>
            <a:r>
              <a:rPr lang="en-IN" dirty="0"/>
              <a:t>Automatic image retrieval from </a:t>
            </a:r>
            <a:r>
              <a:rPr lang="en-IN" dirty="0" err="1"/>
              <a:t>Unsplash</a:t>
            </a:r>
            <a:r>
              <a:rPr lang="en-IN" dirty="0"/>
              <a:t>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Approval Workflow</a:t>
            </a:r>
          </a:p>
          <a:p>
            <a:pPr>
              <a:lnSpc>
                <a:spcPct val="150000"/>
              </a:lnSpc>
            </a:pPr>
            <a:r>
              <a:rPr lang="en-IN" dirty="0"/>
              <a:t>Content approval before publishing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8F74C-D945-D387-2796-81A653852692}"/>
              </a:ext>
            </a:extLst>
          </p:cNvPr>
          <p:cNvSpPr txBox="1"/>
          <p:nvPr/>
        </p:nvSpPr>
        <p:spPr>
          <a:xfrm>
            <a:off x="7581900" y="1940028"/>
            <a:ext cx="4236474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Multi-Platform Posting</a:t>
            </a:r>
          </a:p>
          <a:p>
            <a:pPr>
              <a:lnSpc>
                <a:spcPct val="150000"/>
              </a:lnSpc>
            </a:pPr>
            <a:r>
              <a:rPr lang="en-IN" dirty="0"/>
              <a:t>LinkedIn </a:t>
            </a:r>
          </a:p>
          <a:p>
            <a:pPr>
              <a:lnSpc>
                <a:spcPct val="150000"/>
              </a:lnSpc>
            </a:pPr>
            <a:r>
              <a:rPr lang="en-IN" dirty="0"/>
              <a:t>Instagram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Error Handling</a:t>
            </a:r>
          </a:p>
          <a:p>
            <a:pPr>
              <a:lnSpc>
                <a:spcPct val="150000"/>
              </a:lnSpc>
            </a:pPr>
            <a:r>
              <a:rPr lang="en-IN" dirty="0"/>
              <a:t>Failed posts logged automatically </a:t>
            </a:r>
          </a:p>
          <a:p>
            <a:pPr>
              <a:lnSpc>
                <a:spcPct val="150000"/>
              </a:lnSpc>
            </a:pPr>
            <a:r>
              <a:rPr lang="en-IN" b="1" dirty="0"/>
              <a:t>Duplicate Protection</a:t>
            </a:r>
          </a:p>
          <a:p>
            <a:pPr>
              <a:lnSpc>
                <a:spcPct val="150000"/>
              </a:lnSpc>
            </a:pPr>
            <a:r>
              <a:rPr lang="en-IN" dirty="0"/>
              <a:t>Prevents reposting already published 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FDD1DD-9E7F-8EA1-4042-ECFDA08344A0}"/>
              </a:ext>
            </a:extLst>
          </p:cNvPr>
          <p:cNvSpPr txBox="1"/>
          <p:nvPr/>
        </p:nvSpPr>
        <p:spPr>
          <a:xfrm>
            <a:off x="403196" y="1204742"/>
            <a:ext cx="3076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Key Features:</a:t>
            </a:r>
          </a:p>
        </p:txBody>
      </p:sp>
    </p:spTree>
    <p:extLst>
      <p:ext uri="{BB962C8B-B14F-4D97-AF65-F5344CB8AC3E}">
        <p14:creationId xmlns:p14="http://schemas.microsoft.com/office/powerpoint/2010/main" val="177379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EE53FFFC-047A-74C0-7506-B47E6E27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6" y="373626"/>
            <a:ext cx="11326687" cy="763974"/>
          </a:xfr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b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Results and Outputs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C71C5-051D-D51C-91AF-B4CCFF1709B4}"/>
              </a:ext>
            </a:extLst>
          </p:cNvPr>
          <p:cNvSpPr txBox="1"/>
          <p:nvPr/>
        </p:nvSpPr>
        <p:spPr>
          <a:xfrm>
            <a:off x="403196" y="1411037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Successful Automation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126454-863E-C370-D4D6-AE6F5B0F57F7}"/>
              </a:ext>
            </a:extLst>
          </p:cNvPr>
          <p:cNvSpPr txBox="1"/>
          <p:nvPr/>
        </p:nvSpPr>
        <p:spPr>
          <a:xfrm>
            <a:off x="7503929" y="2176052"/>
            <a:ext cx="4225954" cy="2222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100% posting consistency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Automated content pipeline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Reduced manual effort by over 90%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Multi-platform content publishing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CF0A7FB-D658-D5BB-F6BA-57639FFCA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973795"/>
              </p:ext>
            </p:extLst>
          </p:nvPr>
        </p:nvGraphicFramePr>
        <p:xfrm>
          <a:off x="403198" y="2146140"/>
          <a:ext cx="6597678" cy="334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226">
                  <a:extLst>
                    <a:ext uri="{9D8B030D-6E8A-4147-A177-3AD203B41FA5}">
                      <a16:colId xmlns:a16="http://schemas.microsoft.com/office/drawing/2014/main" val="1178883674"/>
                    </a:ext>
                  </a:extLst>
                </a:gridCol>
                <a:gridCol w="2199226">
                  <a:extLst>
                    <a:ext uri="{9D8B030D-6E8A-4147-A177-3AD203B41FA5}">
                      <a16:colId xmlns:a16="http://schemas.microsoft.com/office/drawing/2014/main" val="987858178"/>
                    </a:ext>
                  </a:extLst>
                </a:gridCol>
                <a:gridCol w="2199226">
                  <a:extLst>
                    <a:ext uri="{9D8B030D-6E8A-4147-A177-3AD203B41FA5}">
                      <a16:colId xmlns:a16="http://schemas.microsoft.com/office/drawing/2014/main" val="3880268986"/>
                    </a:ext>
                  </a:extLst>
                </a:gridCol>
              </a:tblGrid>
              <a:tr h="66935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67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Activity</a:t>
                      </a:r>
                      <a:endParaRPr lang="en-IN" sz="1867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67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Manual Process</a:t>
                      </a:r>
                      <a:endParaRPr lang="en-IN" sz="1867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67" b="1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Automated Process</a:t>
                      </a:r>
                      <a:endParaRPr lang="en-IN" sz="1867" b="1" i="0" u="none" strike="noStrike" cap="none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907018"/>
                  </a:ext>
                </a:extLst>
              </a:tr>
              <a:tr h="66935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Content Creation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30 Mins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&lt; 1 Min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458634"/>
                  </a:ext>
                </a:extLst>
              </a:tr>
              <a:tr h="66935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Image Search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15 Mins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Automatic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763775"/>
                  </a:ext>
                </a:extLst>
              </a:tr>
              <a:tr h="66935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Publishing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 Mins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Automatic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596664"/>
                  </a:ext>
                </a:extLst>
              </a:tr>
              <a:tr h="66935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Time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~55 Mins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&lt; 2 Mins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26490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0A51B6FF-2941-0334-AC6C-10EA7B71B7E8}"/>
              </a:ext>
            </a:extLst>
          </p:cNvPr>
          <p:cNvSpPr txBox="1"/>
          <p:nvPr/>
        </p:nvSpPr>
        <p:spPr>
          <a:xfrm>
            <a:off x="7503929" y="1425993"/>
            <a:ext cx="3676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ysClr val="windowText" lastClr="000000"/>
                </a:solidFill>
              </a:rPr>
              <a:t>Automatic: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0657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E9D39F84-9B99-4DDD-E702-C10C24B1A89C}"/>
              </a:ext>
            </a:extLst>
          </p:cNvPr>
          <p:cNvSpPr txBox="1">
            <a:spLocks/>
          </p:cNvSpPr>
          <p:nvPr/>
        </p:nvSpPr>
        <p:spPr>
          <a:xfrm>
            <a:off x="403196" y="322767"/>
            <a:ext cx="11326687" cy="738633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Project Workflow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415ADC-F9E5-FD88-0563-6C47D8D6B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35" y="1744834"/>
            <a:ext cx="11408129" cy="377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15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5319BD-9E79-6819-D84E-124537811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74" y="1420956"/>
            <a:ext cx="10676052" cy="4294044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33806A08-C4B8-6FD3-9537-0E14DD4D4B35}"/>
              </a:ext>
            </a:extLst>
          </p:cNvPr>
          <p:cNvSpPr txBox="1">
            <a:spLocks/>
          </p:cNvSpPr>
          <p:nvPr/>
        </p:nvSpPr>
        <p:spPr>
          <a:xfrm>
            <a:off x="403196" y="275142"/>
            <a:ext cx="11326687" cy="738633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Workflow Explanation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426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F1ACEE-7C58-30B3-6D66-D86785682C46}"/>
              </a:ext>
            </a:extLst>
          </p:cNvPr>
          <p:cNvSpPr txBox="1"/>
          <p:nvPr/>
        </p:nvSpPr>
        <p:spPr>
          <a:xfrm>
            <a:off x="403195" y="1590675"/>
            <a:ext cx="113266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Step 1: Schedule Trigger</a:t>
            </a:r>
          </a:p>
          <a:p>
            <a:r>
              <a:rPr lang="en-IN" dirty="0"/>
              <a:t>The workflow starts automatically at a scheduled time every day. This ensures content is generated consistently without manual intervention.</a:t>
            </a:r>
          </a:p>
          <a:p>
            <a:endParaRPr lang="en-IN" dirty="0"/>
          </a:p>
          <a:p>
            <a:r>
              <a:rPr lang="en-IN" b="1" dirty="0"/>
              <a:t>Step 2: Read Content Topics from Google Sheets</a:t>
            </a:r>
          </a:p>
          <a:p>
            <a:r>
              <a:rPr lang="en-IN" dirty="0"/>
              <a:t>The system reads content topics and related information from Google Sheets, which acts as the content calendar and management system.</a:t>
            </a:r>
          </a:p>
          <a:p>
            <a:endParaRPr lang="en-IN" dirty="0"/>
          </a:p>
          <a:p>
            <a:r>
              <a:rPr lang="en-IN" b="1" dirty="0"/>
              <a:t>Step 3: Filter and Select Content</a:t>
            </a:r>
          </a:p>
          <a:p>
            <a:r>
              <a:rPr lang="en-IN" dirty="0"/>
              <a:t>The workflow filters approved topics and selects the next content item that is ready for generation.</a:t>
            </a:r>
          </a:p>
          <a:p>
            <a:endParaRPr lang="en-IN" dirty="0"/>
          </a:p>
          <a:p>
            <a:r>
              <a:rPr lang="en-IN" b="1" dirty="0"/>
              <a:t>Step 4: Generate Content using Google Gemini</a:t>
            </a:r>
          </a:p>
          <a:p>
            <a:r>
              <a:rPr lang="en-IN" dirty="0"/>
              <a:t>Google Gemini generates a complete social media post based on the selected topic, creating engaging and relevant marketing content automatically.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B61612F3-608D-4E38-5AC9-DA8ADE2CEBDE}"/>
              </a:ext>
            </a:extLst>
          </p:cNvPr>
          <p:cNvSpPr txBox="1">
            <a:spLocks/>
          </p:cNvSpPr>
          <p:nvPr/>
        </p:nvSpPr>
        <p:spPr>
          <a:xfrm>
            <a:off x="403196" y="275142"/>
            <a:ext cx="11326687" cy="738633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Workflow Explanation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1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A313B7-6574-BABA-0E27-6D59993C455A}"/>
              </a:ext>
            </a:extLst>
          </p:cNvPr>
          <p:cNvSpPr txBox="1"/>
          <p:nvPr/>
        </p:nvSpPr>
        <p:spPr>
          <a:xfrm>
            <a:off x="403196" y="1531560"/>
            <a:ext cx="11049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Step 5: Fetch Relevant Image</a:t>
            </a:r>
          </a:p>
          <a:p>
            <a:r>
              <a:rPr lang="en-IN" dirty="0"/>
              <a:t>The </a:t>
            </a:r>
            <a:r>
              <a:rPr lang="en-IN" dirty="0" err="1"/>
              <a:t>Unsplash</a:t>
            </a:r>
            <a:r>
              <a:rPr lang="en-IN" dirty="0"/>
              <a:t> API searches for and retrieves a relevant image based on the generated content topic to improve visual engagement.</a:t>
            </a:r>
          </a:p>
          <a:p>
            <a:endParaRPr lang="en-IN" b="1" dirty="0"/>
          </a:p>
          <a:p>
            <a:r>
              <a:rPr lang="en-IN" b="1" dirty="0"/>
              <a:t>Step 6: Update Google Sheets</a:t>
            </a:r>
          </a:p>
          <a:p>
            <a:r>
              <a:rPr lang="en-IN" dirty="0"/>
              <a:t>The generated content and image URL are automatically stored back into Google Sheets for tracking and approval purposes.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Step 7: Send Notification</a:t>
            </a:r>
          </a:p>
          <a:p>
            <a:r>
              <a:rPr lang="en-IN" dirty="0"/>
              <a:t>Once the content is generated successfully, an email notification is sent to inform the reviewer or administrator that new content is ready.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Step 8: Send Mobile Alert</a:t>
            </a:r>
          </a:p>
          <a:p>
            <a:r>
              <a:rPr lang="en-IN" dirty="0"/>
              <a:t>A WhatsApp or SMS notification is also sent to provide instant updates and ensure timely review of the generated content.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81AC76F-9526-1B22-BA58-B77EAE54AA22}"/>
              </a:ext>
            </a:extLst>
          </p:cNvPr>
          <p:cNvSpPr txBox="1">
            <a:spLocks/>
          </p:cNvSpPr>
          <p:nvPr/>
        </p:nvSpPr>
        <p:spPr>
          <a:xfrm>
            <a:off x="403196" y="275142"/>
            <a:ext cx="11326687" cy="738633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Workflow Explanation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552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663E3BD5-9A55-E396-139C-096B7EF9CE11}"/>
              </a:ext>
            </a:extLst>
          </p:cNvPr>
          <p:cNvSpPr txBox="1">
            <a:spLocks/>
          </p:cNvSpPr>
          <p:nvPr/>
        </p:nvSpPr>
        <p:spPr>
          <a:xfrm>
            <a:off x="403196" y="275142"/>
            <a:ext cx="11326687" cy="738633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Challenges &amp; Solutions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EA2F6F-1C63-9E55-9E52-F08A3B6A4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900708"/>
              </p:ext>
            </p:extLst>
          </p:nvPr>
        </p:nvGraphicFramePr>
        <p:xfrm>
          <a:off x="965901" y="1891980"/>
          <a:ext cx="10201276" cy="3475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0638">
                  <a:extLst>
                    <a:ext uri="{9D8B030D-6E8A-4147-A177-3AD203B41FA5}">
                      <a16:colId xmlns:a16="http://schemas.microsoft.com/office/drawing/2014/main" val="2218516278"/>
                    </a:ext>
                  </a:extLst>
                </a:gridCol>
                <a:gridCol w="5100638">
                  <a:extLst>
                    <a:ext uri="{9D8B030D-6E8A-4147-A177-3AD203B41FA5}">
                      <a16:colId xmlns:a16="http://schemas.microsoft.com/office/drawing/2014/main" val="74278406"/>
                    </a:ext>
                  </a:extLst>
                </a:gridCol>
              </a:tblGrid>
              <a:tr h="707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Challenges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Solutions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820254"/>
                  </a:ext>
                </a:extLst>
              </a:tr>
              <a:tr h="707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Instagram Media ID Unavailable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Added Wait Node Before Publishing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583702"/>
                  </a:ext>
                </a:extLst>
              </a:tr>
              <a:tr h="64668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Duplicate Content Posting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Implemented </a:t>
                      </a:r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Posting_Status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Validation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219914"/>
                  </a:ext>
                </a:extLst>
              </a:tr>
              <a:tr h="707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Multi-Platform Publishing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Used Switch Node For Routing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12594"/>
                  </a:ext>
                </a:extLst>
              </a:tr>
              <a:tr h="7071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API Failures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Added Error Handling Workflow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098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455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9C3DCBE-C648-7FEE-365D-FB2CFF3F5946}"/>
              </a:ext>
            </a:extLst>
          </p:cNvPr>
          <p:cNvSpPr txBox="1">
            <a:spLocks/>
          </p:cNvSpPr>
          <p:nvPr/>
        </p:nvSpPr>
        <p:spPr>
          <a:xfrm>
            <a:off x="412721" y="275142"/>
            <a:ext cx="11326687" cy="738633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Demo Output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320C69-6A97-6B95-8B8B-8F2286C7D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21" y="1173191"/>
            <a:ext cx="4949854" cy="50371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99D169E-1EEA-7634-1F76-8DD071615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171" y="1173191"/>
            <a:ext cx="4949854" cy="503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82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9A5994D-7B17-E304-4EC3-C08EF7D14D5D}"/>
              </a:ext>
            </a:extLst>
          </p:cNvPr>
          <p:cNvSpPr txBox="1">
            <a:spLocks/>
          </p:cNvSpPr>
          <p:nvPr/>
        </p:nvSpPr>
        <p:spPr>
          <a:xfrm>
            <a:off x="412721" y="275142"/>
            <a:ext cx="11326687" cy="738633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Demo Output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3ADDF-B0A8-F6D1-A5E7-8BFCFF9E0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071" y="1247774"/>
            <a:ext cx="5478337" cy="48291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9CF18C-049F-C51C-03EC-70D908CB2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93" y="1247774"/>
            <a:ext cx="5478337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69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1017646-A7FD-9CFD-FD81-B7B2ECD77142}"/>
              </a:ext>
            </a:extLst>
          </p:cNvPr>
          <p:cNvSpPr txBox="1">
            <a:spLocks/>
          </p:cNvSpPr>
          <p:nvPr/>
        </p:nvSpPr>
        <p:spPr>
          <a:xfrm>
            <a:off x="412721" y="275142"/>
            <a:ext cx="11326687" cy="738633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Demo Output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623F46-D5D3-5AC7-11E1-6C81915A6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21" y="1240969"/>
            <a:ext cx="5338608" cy="4176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E99246-9585-C9F5-BC00-9211B0FE4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171617"/>
            <a:ext cx="5338608" cy="41766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DA2A45-DD85-A76F-695F-7770C4EAED25}"/>
              </a:ext>
            </a:extLst>
          </p:cNvPr>
          <p:cNvSpPr txBox="1"/>
          <p:nvPr/>
        </p:nvSpPr>
        <p:spPr>
          <a:xfrm>
            <a:off x="412721" y="5644769"/>
            <a:ext cx="11326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Successfully generated AI content, retrieved relevant images, and published posts to LinkedIn and Instagram through an automated workflow.</a:t>
            </a:r>
          </a:p>
        </p:txBody>
      </p:sp>
    </p:spTree>
    <p:extLst>
      <p:ext uri="{BB962C8B-B14F-4D97-AF65-F5344CB8AC3E}">
        <p14:creationId xmlns:p14="http://schemas.microsoft.com/office/powerpoint/2010/main" val="2255771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3493BCE-C52C-11DE-5FD1-5427692A3F31}"/>
              </a:ext>
            </a:extLst>
          </p:cNvPr>
          <p:cNvSpPr txBox="1">
            <a:spLocks/>
          </p:cNvSpPr>
          <p:nvPr/>
        </p:nvSpPr>
        <p:spPr>
          <a:xfrm>
            <a:off x="403196" y="322767"/>
            <a:ext cx="11326687" cy="738633"/>
          </a:xfrm>
          <a:prstGeom prst="rect">
            <a:avLst/>
          </a:prstGeom>
          <a:solidFill>
            <a:srgbClr val="002060"/>
          </a:solidFill>
          <a:ln w="19050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spcFirstLastPara="1" wrap="square" lIns="91425" tIns="91425" rIns="91425" bIns="91425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2933" b="1" i="0" u="none" strike="noStrike" cap="none">
                <a:solidFill>
                  <a:schemeClr val="tx1"/>
                </a:solidFill>
                <a:latin typeface="Raleway" pitchFamily="2" charset="0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T Sans Narrow"/>
              <a:buNone/>
              <a:defRPr sz="32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 defTabSz="1219170">
              <a:buClr>
                <a:srgbClr val="000000"/>
              </a:buClr>
            </a:pP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Conclusion &amp; Skill Learned</a:t>
            </a:r>
            <a:endParaRPr lang="en-IN" sz="36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22E8F-9D40-C2E8-B88E-12F97C2EFDFA}"/>
              </a:ext>
            </a:extLst>
          </p:cNvPr>
          <p:cNvSpPr txBox="1"/>
          <p:nvPr/>
        </p:nvSpPr>
        <p:spPr>
          <a:xfrm>
            <a:off x="403195" y="1137600"/>
            <a:ext cx="1132668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Conclusion</a:t>
            </a:r>
          </a:p>
          <a:p>
            <a:pPr>
              <a:lnSpc>
                <a:spcPct val="150000"/>
              </a:lnSpc>
            </a:pPr>
            <a:r>
              <a:rPr lang="en-IN" dirty="0"/>
              <a:t>Developed an AI-powered social media automation platform that generates, approves, and publishes content automatically across LinkedIn and Instagram.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9B5C63-7722-E4F9-34E5-B9E49EBFD8D4}"/>
              </a:ext>
            </a:extLst>
          </p:cNvPr>
          <p:cNvSpPr txBox="1"/>
          <p:nvPr/>
        </p:nvSpPr>
        <p:spPr>
          <a:xfrm>
            <a:off x="7378729" y="2832795"/>
            <a:ext cx="4410075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Future Enhancements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X (Twitter)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Facebook Integration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Analytics Dashboard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Auto Retry for Failed Posts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AI Performance Insights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7B338-7A52-7253-F6DB-A3DB11871AE9}"/>
              </a:ext>
            </a:extLst>
          </p:cNvPr>
          <p:cNvSpPr txBox="1"/>
          <p:nvPr/>
        </p:nvSpPr>
        <p:spPr>
          <a:xfrm>
            <a:off x="501679" y="2832795"/>
            <a:ext cx="4410075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Skills Demonstrated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Workflow Automation (n8n)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API Integration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Google Gemini LLM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Google Sheets Automation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Social Media Automation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Error Handling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Business Process Automation</a:t>
            </a:r>
          </a:p>
        </p:txBody>
      </p:sp>
    </p:spTree>
    <p:extLst>
      <p:ext uri="{BB962C8B-B14F-4D97-AF65-F5344CB8AC3E}">
        <p14:creationId xmlns:p14="http://schemas.microsoft.com/office/powerpoint/2010/main" val="2194736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6"/>
          <p:cNvSpPr txBox="1">
            <a:spLocks noGrp="1"/>
          </p:cNvSpPr>
          <p:nvPr>
            <p:ph type="subTitle" idx="1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solidFill>
            <a:srgbClr val="E6ECEF"/>
          </a:solidFill>
          <a:ln w="76200">
            <a:solidFill>
              <a:srgbClr val="348E9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bliqueTopRight"/>
            <a:lightRig rig="threePt" dir="t"/>
          </a:scene3d>
        </p:spPr>
        <p:txBody>
          <a:bodyPr spcFirstLastPara="1" wrap="square" lIns="121900" tIns="121900" rIns="121900" bIns="121900" anchor="ctr" anchorCtr="0">
            <a:normAutofit fontScale="92500" lnSpcReduction="10000"/>
          </a:bodyPr>
          <a:lstStyle/>
          <a:p>
            <a:pPr marL="609585" indent="-457189"/>
            <a:r>
              <a:rPr lang="en-US" sz="64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43505</TotalTime>
  <Words>788</Words>
  <Application>Microsoft Office PowerPoint</Application>
  <PresentationFormat>Widescreen</PresentationFormat>
  <Paragraphs>178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Open Sans</vt:lpstr>
      <vt:lpstr>PT Sans Narrow</vt:lpstr>
      <vt:lpstr>Raleway</vt:lpstr>
      <vt:lpstr>Tropic</vt:lpstr>
      <vt:lpstr>PowerPoint Presentation</vt:lpstr>
      <vt:lpstr>Business Context</vt:lpstr>
      <vt:lpstr>Problem Statement</vt:lpstr>
      <vt:lpstr>Technology Stack</vt:lpstr>
      <vt:lpstr>System Architecture</vt:lpstr>
      <vt:lpstr>Feature Implemented</vt:lpstr>
      <vt:lpstr>Results and Outputs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shaswathe bhuvaneshe</cp:lastModifiedBy>
  <cp:revision>170</cp:revision>
  <dcterms:created xsi:type="dcterms:W3CDTF">2025-04-04T02:52:34Z</dcterms:created>
  <dcterms:modified xsi:type="dcterms:W3CDTF">2026-06-13T12:55:16Z</dcterms:modified>
</cp:coreProperties>
</file>